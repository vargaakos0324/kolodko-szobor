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54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568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762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46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7292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914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16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216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91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669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580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94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009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2947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489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00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767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665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B3515B-8304-4710-9A23-1B3475F573FA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2CDE03-72F5-4894-AAC6-88ED21516D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677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19BA85-2C1B-3793-2EE6-B6E9C5132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Prezentáció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2183E9C-FAAA-0DB7-11B5-A5A7C8E769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Ákos,Tamás,Beni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8792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DD77F2-AE26-64DE-297D-1A6B53B2D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Egyéni feladatok-Ákos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F119FC9-61BE-9343-B395-A7B297A39686}"/>
              </a:ext>
            </a:extLst>
          </p:cNvPr>
          <p:cNvSpPr txBox="1"/>
          <p:nvPr/>
        </p:nvSpPr>
        <p:spPr>
          <a:xfrm>
            <a:off x="1572016" y="2855934"/>
            <a:ext cx="7089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Elsőnek én a két szoborleírást csináltam egyéni feladatként ami a Drakula miniszobor és a Micimackó miniszobor volt.</a:t>
            </a:r>
          </a:p>
          <a:p>
            <a:r>
              <a:rPr lang="hu-HU" dirty="0"/>
              <a:t>Aztán elmentem megkeresni ezeket a szobrokat majd egy weboldalt részt csináltam.</a:t>
            </a:r>
          </a:p>
        </p:txBody>
      </p:sp>
    </p:spTree>
    <p:extLst>
      <p:ext uri="{BB962C8B-B14F-4D97-AF65-F5344CB8AC3E}">
        <p14:creationId xmlns:p14="http://schemas.microsoft.com/office/powerpoint/2010/main" val="249816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0389A0-9E07-DF45-0554-C1D2C768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Egyéni feladatok-Tamás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FA0F4E2-40B8-670E-9716-CD7B3C59E57B}"/>
              </a:ext>
            </a:extLst>
          </p:cNvPr>
          <p:cNvSpPr txBox="1"/>
          <p:nvPr/>
        </p:nvSpPr>
        <p:spPr>
          <a:xfrm>
            <a:off x="1665962" y="2761989"/>
            <a:ext cx="7434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Meg </a:t>
            </a:r>
            <a:r>
              <a:rPr lang="hu-HU" dirty="0" err="1"/>
              <a:t>csinaltam</a:t>
            </a:r>
            <a:r>
              <a:rPr lang="hu-HU" dirty="0"/>
              <a:t> a saját oldalam ami a Garfield és a Szenes Hanna és a közös oldalunkat ami a Búvár es a kulcs es a </a:t>
            </a:r>
            <a:r>
              <a:rPr lang="hu-HU" dirty="0" err="1"/>
              <a:t>Seress</a:t>
            </a:r>
            <a:r>
              <a:rPr lang="hu-HU"/>
              <a:t> Rezső volt.</a:t>
            </a:r>
          </a:p>
        </p:txBody>
      </p:sp>
    </p:spTree>
    <p:extLst>
      <p:ext uri="{BB962C8B-B14F-4D97-AF65-F5344CB8AC3E}">
        <p14:creationId xmlns:p14="http://schemas.microsoft.com/office/powerpoint/2010/main" val="1642420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0A4894-F8AA-7979-0C5C-DBA47051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tanultam?-Ákos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585B3ED-D13D-C183-1348-B06B823B56C6}"/>
              </a:ext>
            </a:extLst>
          </p:cNvPr>
          <p:cNvSpPr txBox="1"/>
          <p:nvPr/>
        </p:nvSpPr>
        <p:spPr>
          <a:xfrm>
            <a:off x="1903955" y="2793304"/>
            <a:ext cx="7484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Megtanultam a </a:t>
            </a:r>
            <a:r>
              <a:rPr lang="hu-HU" dirty="0" err="1"/>
              <a:t>bootstrap</a:t>
            </a:r>
            <a:r>
              <a:rPr lang="hu-HU" dirty="0"/>
              <a:t> </a:t>
            </a:r>
            <a:r>
              <a:rPr lang="hu-HU" dirty="0" err="1"/>
              <a:t>használatátvalamivel</a:t>
            </a:r>
            <a:r>
              <a:rPr lang="hu-HU" dirty="0"/>
              <a:t> jobban használni.</a:t>
            </a:r>
          </a:p>
          <a:p>
            <a:r>
              <a:rPr lang="hu-HU" dirty="0"/>
              <a:t>Csapat dolgozni.</a:t>
            </a:r>
          </a:p>
        </p:txBody>
      </p:sp>
    </p:spTree>
    <p:extLst>
      <p:ext uri="{BB962C8B-B14F-4D97-AF65-F5344CB8AC3E}">
        <p14:creationId xmlns:p14="http://schemas.microsoft.com/office/powerpoint/2010/main" val="258110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A5A491-761F-44D1-2800-B8D9DB4D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tanultam?-Tamás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8F8A19E-AF31-3B83-2032-114CE526DA93}"/>
              </a:ext>
            </a:extLst>
          </p:cNvPr>
          <p:cNvSpPr txBox="1"/>
          <p:nvPr/>
        </p:nvSpPr>
        <p:spPr>
          <a:xfrm>
            <a:off x="1634647" y="2899775"/>
            <a:ext cx="7158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weboldal szerkesztése során megtanultam a </a:t>
            </a:r>
            <a:r>
              <a:rPr lang="hu-HU" dirty="0" err="1"/>
              <a:t>bootsrapet</a:t>
            </a:r>
            <a:r>
              <a:rPr lang="hu-HU" dirty="0"/>
              <a:t> a képek és szövegek elrendezését és a közös együtt működést.</a:t>
            </a:r>
          </a:p>
        </p:txBody>
      </p:sp>
    </p:spTree>
    <p:extLst>
      <p:ext uri="{BB962C8B-B14F-4D97-AF65-F5344CB8AC3E}">
        <p14:creationId xmlns:p14="http://schemas.microsoft.com/office/powerpoint/2010/main" val="312213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64883C-E30C-EDF7-A54F-CA00164EA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Vélemény!-Ákos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FFC85C4-26F2-599B-740F-BF1B1B0DE931}"/>
              </a:ext>
            </a:extLst>
          </p:cNvPr>
          <p:cNvSpPr txBox="1"/>
          <p:nvPr/>
        </p:nvSpPr>
        <p:spPr>
          <a:xfrm>
            <a:off x="1803748" y="2768252"/>
            <a:ext cx="603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Ez a projekt jó volt szerintem mert felkészít az ágazati alapvizsgára és nem csak otthon kellett ülni a gép előtt hanem ki kellett mozdulni.</a:t>
            </a:r>
          </a:p>
        </p:txBody>
      </p:sp>
    </p:spTree>
    <p:extLst>
      <p:ext uri="{BB962C8B-B14F-4D97-AF65-F5344CB8AC3E}">
        <p14:creationId xmlns:p14="http://schemas.microsoft.com/office/powerpoint/2010/main" val="1577168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599402-3867-4128-73A5-EB2F5D30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Vélemény!-tamás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00E628F-6AEF-0E23-D778-128DBC822159}"/>
              </a:ext>
            </a:extLst>
          </p:cNvPr>
          <p:cNvSpPr txBox="1"/>
          <p:nvPr/>
        </p:nvSpPr>
        <p:spPr>
          <a:xfrm>
            <a:off x="1741118" y="2887249"/>
            <a:ext cx="7653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weboldal szerkesztése érdekes volt, új dolgokat tanultam a HTML és a dizájn terén, és a projekt munka során gyakorlati tapasztalatot szereztem</a:t>
            </a:r>
          </a:p>
          <a:p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22994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</TotalTime>
  <Words>162</Words>
  <Application>Microsoft Office PowerPoint</Application>
  <PresentationFormat>Szélesvásznú</PresentationFormat>
  <Paragraphs>17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Organikus</vt:lpstr>
      <vt:lpstr>Prezentáció</vt:lpstr>
      <vt:lpstr>Egyéni feladatok-Ákos</vt:lpstr>
      <vt:lpstr>Egyéni feladatok-Tamás</vt:lpstr>
      <vt:lpstr>Mit tanultam?-Ákos</vt:lpstr>
      <vt:lpstr>Mit tanultam?-Tamás</vt:lpstr>
      <vt:lpstr>Vélemény!-Ákos</vt:lpstr>
      <vt:lpstr>Vélemény!-tamás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Varga Ákos</dc:creator>
  <cp:lastModifiedBy>Varga Ákos</cp:lastModifiedBy>
  <cp:revision>2</cp:revision>
  <dcterms:created xsi:type="dcterms:W3CDTF">2026-01-20T16:07:41Z</dcterms:created>
  <dcterms:modified xsi:type="dcterms:W3CDTF">2026-01-20T17:58:33Z</dcterms:modified>
</cp:coreProperties>
</file>